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/>
    <p:restoredTop sz="94658"/>
  </p:normalViewPr>
  <p:slideViewPr>
    <p:cSldViewPr snapToGrid="0">
      <p:cViewPr varScale="1">
        <p:scale>
          <a:sx n="119" d="100"/>
          <a:sy n="119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F2BA-501B-5EE4-8FA0-64D3C5BB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32961-3BB4-46E5-905E-AEA24AFF9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56762-3619-127F-F20F-9707159A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23D05-9EF3-AFB2-6194-DF45510E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CE2A5-BBF9-423C-D7C2-127A44EC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4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45DC-CC72-6A2A-12FC-1B8AA0C3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79F39-A3D1-18AF-FBDF-6AA1FC7CB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42D8-8069-55AE-FDCA-F8D828F8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3C1D7-01D5-957A-194E-6A59ED48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9A0B6-6422-E9B8-A012-6F8EC2BD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2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A9A2-02C2-DD2E-CFDE-21413413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AB604-0E23-1A76-3825-C9383974B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DAB9-C12A-CFD1-16E5-1E2FFF5A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1C229-1ADB-2949-E066-74B11AAD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3439A-B929-717A-E315-5CEBC35A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0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8772-3F0C-36FB-A89B-4351F5AF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91B6-54E3-52F9-A1A1-8455E7525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B93F3-813A-BDC2-DA18-2F061EF66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B456-0252-7F74-DC02-B6E3AF43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B1DF-EEBB-BE41-1208-96D1B9A6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4DCFE-8541-900E-6210-09D9512B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3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4DC2-CC88-5D42-556B-9F4E01A01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10298-A6C3-BE12-39D7-8B543B683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87D00-7C54-FCC5-1F53-B32D75259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16B3A-EC3F-C8F8-FE7F-518B70688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A36ED-EA3B-E74E-0C54-C45AE0905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655F0-42FA-872C-6F46-9F896CA9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FFCE3-FED7-EEB1-379B-619FF756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0623A-30E8-ED42-54DC-DF1F75A8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1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FB91-C3CA-A1AF-BD3D-C24A9F03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CEEFE-399B-88A6-9B53-D5C9A426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8039E-320C-914A-FE3C-F26FC77B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E62F9-C95E-5732-AF82-08F5AAA6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4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5FB2D7-2571-2377-1798-E7042FE9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B712A-3F55-267B-4A16-2A0D922B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B5384-369A-3CB5-1EA9-AEF85A30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5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532A-C21E-11E5-DAE2-182DA59D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3076-C62E-EEA9-222D-F165E67A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29161-AE1C-8C97-471D-3EF8D914F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337CF-E15F-2502-5B08-CEA2606C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C517A-97AE-CD7C-D8AF-551323EB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51335-2644-53B5-461B-B1D8ACD6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23A9-4327-C0FB-0CD3-7E5C30D2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870C3-0886-062D-9B67-846FDEA6C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FEE89-6697-C3FA-919E-C4EF3FC22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2B066-D9FE-CB0A-284C-14D5300C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FDA96-2545-D29E-E93D-258A54FA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19BA3-9231-1EE3-E5F3-A04576F4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71FB-E15F-6296-07BA-A2EDD538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4C05B-4D8D-2824-DE50-E0E13E2AE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2F12-23C5-7F25-FE21-CB490890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77C19-90E1-227F-92DE-2E1BD983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0D22-AB61-A850-38E3-E24CB705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8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F284D3-579A-FBC7-B795-85F49FCD2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F260F-0CE5-AA60-E498-7DCF38941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FAE9-C510-4343-F596-F3D5BC54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F424A-5A9A-6BD1-B457-0EFAED06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96B24-D41C-13DF-9914-B36F5850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3C861-0A69-159A-84A0-8B48867A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A6CF3-9CC8-5623-AD3B-E81071BE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55FFF-7FB8-E617-6A78-509E5A22E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B4A2D-3CD0-2D4A-B302-26E61C98991A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A2560-F0DF-68F2-BDD9-1CF8AE401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326C5-714F-3229-116D-78B8F9056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E6348-6259-F04C-ADFA-3E7E0D634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7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5DB6B-CD8D-8EA8-11BB-2643F42A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volcano&#10;&#10;AI-generated content may be incorrect.">
            <a:extLst>
              <a:ext uri="{FF2B5EF4-FFF2-40B4-BE49-F238E27FC236}">
                <a16:creationId xmlns:a16="http://schemas.microsoft.com/office/drawing/2014/main" id="{19243AF5-2170-265B-7B0D-D75815DF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964864" cy="6858000"/>
          </a:xfrm>
          <a:prstGeom prst="rect">
            <a:avLst/>
          </a:prstGeom>
        </p:spPr>
      </p:pic>
      <p:pic>
        <p:nvPicPr>
          <p:cNvPr id="10" name="Picture 9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DC64223A-494B-D183-4833-0F47DEEFA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429000"/>
            <a:ext cx="5842000" cy="3429000"/>
          </a:xfrm>
          <a:prstGeom prst="rect">
            <a:avLst/>
          </a:prstGeom>
        </p:spPr>
      </p:pic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743422EA-CCC9-9398-96C1-C05689EB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0"/>
            <a:ext cx="6096000" cy="350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lor explosion&#10;&#10;AI-generated content may be incorrect.">
            <a:extLst>
              <a:ext uri="{FF2B5EF4-FFF2-40B4-BE49-F238E27FC236}">
                <a16:creationId xmlns:a16="http://schemas.microsoft.com/office/drawing/2014/main" id="{BF25208E-C755-2EF1-158D-BCBF26694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64865" cy="6858000"/>
          </a:xfrm>
          <a:prstGeom prst="rect">
            <a:avLst/>
          </a:prstGeom>
        </p:spPr>
      </p:pic>
      <p:pic>
        <p:nvPicPr>
          <p:cNvPr id="7" name="Picture 6" descr="A graph of a number of error bars&#10;&#10;AI-generated content may be incorrect.">
            <a:extLst>
              <a:ext uri="{FF2B5EF4-FFF2-40B4-BE49-F238E27FC236}">
                <a16:creationId xmlns:a16="http://schemas.microsoft.com/office/drawing/2014/main" id="{01363CF2-1EAA-E87E-08A7-ADC0C61A7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135" y="0"/>
            <a:ext cx="5964865" cy="3940575"/>
          </a:xfrm>
          <a:prstGeom prst="rect">
            <a:avLst/>
          </a:prstGeom>
        </p:spPr>
      </p:pic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94CCC68-248A-B0E0-1E41-FB1922719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33" y="3940575"/>
            <a:ext cx="6390167" cy="284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3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lor explosion&#10;&#10;AI-generated content may be incorrect.">
            <a:extLst>
              <a:ext uri="{FF2B5EF4-FFF2-40B4-BE49-F238E27FC236}">
                <a16:creationId xmlns:a16="http://schemas.microsoft.com/office/drawing/2014/main" id="{F6852140-DF82-9C60-4486-0E57DD8F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4" y="0"/>
            <a:ext cx="5842000" cy="6858000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67AD5638-74E9-15A0-D291-865E92A0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429000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BF939933-0545-8B5C-7BFA-2E1A8AE7C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84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7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A Pisupati</dc:creator>
  <cp:lastModifiedBy>Akhila A Pisupati</cp:lastModifiedBy>
  <cp:revision>3</cp:revision>
  <dcterms:created xsi:type="dcterms:W3CDTF">2026-02-26T19:45:09Z</dcterms:created>
  <dcterms:modified xsi:type="dcterms:W3CDTF">2026-02-26T21:29:56Z</dcterms:modified>
</cp:coreProperties>
</file>