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EC34-83EC-0D69-2C32-B0EDB42AF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BA5C6-59ED-7846-0678-715A2408F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28740-BB14-AD6A-B060-F8F06743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CA2BA-9B5E-7657-B0EB-81686276C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6DC04-FA48-EE32-5FAA-BE70B20B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8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4C6A-2508-3D9F-892A-1A6C15C8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27A21-EF08-E702-DCA3-0186528A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1D503-B6DA-EC6A-1448-5EF36A6D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4C093-1CBB-B440-CCC3-8CBBBE02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7D82C-91E9-3672-41B7-B8504129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7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E1FF-8F01-E5FA-907D-53241739D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81C64-E0B5-9EA5-A265-192B45E5A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98D24-32A6-0EE8-7218-23FFB155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24011-52C7-D107-8ADA-767E4783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8F070-6C26-2AE9-2196-1431A160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B528-AAB8-E020-38FC-03423CF9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E5CF0-EC13-0EB4-AB52-822C19D86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00DFD-43D3-048B-C37B-0C11D9BF5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784E7-89E3-22FF-BC41-61B52E31B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F28A5-3308-FBA9-A3AC-C5CF92A0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3CCE8-BDAD-4BBA-8F92-744F0EB9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0F66-9FC1-60F1-ED60-052FB7993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EA57A-2787-6D38-E79A-0E9227FF5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16C3D-06AC-9404-4FC7-7AEF8B438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9114E4-E53A-A373-AB07-99ABEA9D4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48E90-2429-C347-A825-996BDEDA6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C7741-B5AB-7408-86F7-6E113EE7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5010F9-F28D-9432-58B8-EB105756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14BB3-9A96-E8FC-72E7-CACCB02B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9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B294B-A582-9459-C79D-F91AD820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CCFDD-28C0-C4E5-BACF-D11008127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B082C-29A3-75B9-9999-F5A4E5246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ED367-C0A5-70BB-7840-EF274E9F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47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CF454C-97C0-7B4D-DEC4-A7204251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B081D-05C7-5A85-0AE3-2DABD0E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661D2-0681-DFC0-5A27-E1E7E47A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88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F96F-241E-4275-2EF0-D44A8B1A5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3BDA7-CF6C-4953-EA44-5DD310C38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E2351-5E8A-3CAF-71F2-09D37494A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3146-545B-688F-9D9A-483823E75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83BE4-C398-269D-1FAD-9F8E017C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E765A-966C-077E-EFF6-3651C9EB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5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2C6E-A202-B9B0-4AFF-0223EEFB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5477D-5458-86B6-B903-DE415B22B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4E45E-71B7-CF82-DF4A-440E3F07F3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BB942-A66A-0291-64BA-35952193C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6A615-D711-BFB3-231E-C75B9C78D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7AD91-7194-2CAA-22C3-A71BF23C8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3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36A44-338D-8AEC-A679-D4814BDB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C01F3-59EA-D124-B783-EB988D937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24619-2AFC-B79D-128D-3C06EB5F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736BB-B927-418D-F05C-DB330BCB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E370C-E0AE-B3BB-CDE8-F61DF477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57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2ACCE-9C0F-25F7-3C2E-B8623D77E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3E2D0-AA62-0069-8C58-CD466568E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0F4BA-FE5B-7F5E-2F8A-380B8FD10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907BD-6F67-2B5C-2163-705E87CA8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0589B-7D01-1913-1019-8D750A8E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5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54B53-269F-AC09-3849-0A0AE71F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98921-B531-7C72-5339-6F0492262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9CFBB-CFF3-3829-BAAB-C81A15F2E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5C7E5-AA76-2D40-A6A0-5BD6440CC4B3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89D31-7B12-03F4-D9A6-4023EFBEB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4CC47-2423-249E-2702-07A7E7297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6E35F-4B5F-DD44-9F77-348F87CA8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5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eteor&#10;&#10;AI-generated content may be incorrect.">
            <a:extLst>
              <a:ext uri="{FF2B5EF4-FFF2-40B4-BE49-F238E27FC236}">
                <a16:creationId xmlns:a16="http://schemas.microsoft.com/office/drawing/2014/main" id="{9B0FC7C6-6FDA-71DB-F353-A44EDAA7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767" y="1"/>
            <a:ext cx="5954233" cy="6857999"/>
          </a:xfrm>
          <a:prstGeom prst="rect">
            <a:avLst/>
          </a:prstGeom>
        </p:spPr>
      </p:pic>
      <p:pic>
        <p:nvPicPr>
          <p:cNvPr id="9" name="Picture 8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111B8594-22D1-BE05-F512-6F41639C5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37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4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meteor&#10;&#10;AI-generated content may be incorrect.">
            <a:extLst>
              <a:ext uri="{FF2B5EF4-FFF2-40B4-BE49-F238E27FC236}">
                <a16:creationId xmlns:a16="http://schemas.microsoft.com/office/drawing/2014/main" id="{2C475AF0-2371-6646-9B36-2DD253CFC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0"/>
            <a:ext cx="6095999" cy="6857999"/>
          </a:xfrm>
          <a:prstGeom prst="rect">
            <a:avLst/>
          </a:prstGeom>
        </p:spPr>
      </p:pic>
      <p:pic>
        <p:nvPicPr>
          <p:cNvPr id="6" name="Picture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D42EEB26-8CB9-0903-AE3D-556DE152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5999" cy="3811770"/>
          </a:xfrm>
          <a:prstGeom prst="rect">
            <a:avLst/>
          </a:prstGeom>
        </p:spPr>
      </p:pic>
      <p:pic>
        <p:nvPicPr>
          <p:cNvPr id="8" name="Picture 7" descr="A graph of metallurgical age&#10;&#10;AI-generated content may be incorrect.">
            <a:extLst>
              <a:ext uri="{FF2B5EF4-FFF2-40B4-BE49-F238E27FC236}">
                <a16:creationId xmlns:a16="http://schemas.microsoft.com/office/drawing/2014/main" id="{73CC80AD-5396-5B4A-952A-CA66FA30B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1770"/>
            <a:ext cx="6095999" cy="304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8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lorful explosion&#10;&#10;AI-generated content may be incorrect.">
            <a:extLst>
              <a:ext uri="{FF2B5EF4-FFF2-40B4-BE49-F238E27FC236}">
                <a16:creationId xmlns:a16="http://schemas.microsoft.com/office/drawing/2014/main" id="{D328199A-8CA5-A85B-DD87-29E4F4373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9" name="Picture 8" descr="A graph of a graph&#10;&#10;AI-generated content may be incorrect.">
            <a:extLst>
              <a:ext uri="{FF2B5EF4-FFF2-40B4-BE49-F238E27FC236}">
                <a16:creationId xmlns:a16="http://schemas.microsoft.com/office/drawing/2014/main" id="{3B58C96F-1DB5-26C1-600D-474B83D21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16"/>
            <a:ext cx="6096000" cy="685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7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1E38-B138-1017-D0A8-90F15927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lorful explosion&#10;&#10;AI-generated content may be incorrect.">
            <a:extLst>
              <a:ext uri="{FF2B5EF4-FFF2-40B4-BE49-F238E27FC236}">
                <a16:creationId xmlns:a16="http://schemas.microsoft.com/office/drawing/2014/main" id="{4961365D-CE89-14A1-A649-6B97EBFCE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3" name="Picture 2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6282CEA5-685E-877A-41FD-226AECBFA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7088"/>
            <a:ext cx="6096000" cy="3040912"/>
          </a:xfrm>
          <a:prstGeom prst="rect">
            <a:avLst/>
          </a:prstGeom>
        </p:spPr>
      </p:pic>
      <p:pic>
        <p:nvPicPr>
          <p:cNvPr id="6" name="Picture 5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BB44750F-312E-7DB2-4543-A661F605D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6000" cy="381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42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lor explosion&#10;&#10;AI-generated content may be incorrect.">
            <a:extLst>
              <a:ext uri="{FF2B5EF4-FFF2-40B4-BE49-F238E27FC236}">
                <a16:creationId xmlns:a16="http://schemas.microsoft.com/office/drawing/2014/main" id="{65408038-966E-8169-681B-8597A40BF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7" name="Picture 6" descr="A graph of a number of lines&#10;&#10;AI-generated content may be incorrect.">
            <a:extLst>
              <a:ext uri="{FF2B5EF4-FFF2-40B4-BE49-F238E27FC236}">
                <a16:creationId xmlns:a16="http://schemas.microsoft.com/office/drawing/2014/main" id="{63D67854-A818-E3F4-AF74-E19FD11D3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4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78732-2C77-D1A6-8813-B94ED66A2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lor explosion&#10;&#10;AI-generated content may be incorrect.">
            <a:extLst>
              <a:ext uri="{FF2B5EF4-FFF2-40B4-BE49-F238E27FC236}">
                <a16:creationId xmlns:a16="http://schemas.microsoft.com/office/drawing/2014/main" id="{C8E7A6D1-E257-1032-E785-79F944C6B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3" name="Picture 2" descr="A graph of metality&#10;&#10;AI-generated content may be incorrect.">
            <a:extLst>
              <a:ext uri="{FF2B5EF4-FFF2-40B4-BE49-F238E27FC236}">
                <a16:creationId xmlns:a16="http://schemas.microsoft.com/office/drawing/2014/main" id="{13778C30-59AE-1318-3E1C-86BEAA529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27721"/>
            <a:ext cx="6096000" cy="3030279"/>
          </a:xfrm>
          <a:prstGeom prst="rect">
            <a:avLst/>
          </a:prstGeom>
        </p:spPr>
      </p:pic>
      <p:pic>
        <p:nvPicPr>
          <p:cNvPr id="6" name="Picture 5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01B91557-7FB9-6770-7D8D-D0C8416E3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6000" cy="382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52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Akhila A Pisupati</dc:creator>
  <cp:lastModifiedBy>Akhila A Pisupati</cp:lastModifiedBy>
  <cp:revision>4</cp:revision>
  <cp:lastPrinted>2026-02-13T21:12:52Z</cp:lastPrinted>
  <dcterms:created xsi:type="dcterms:W3CDTF">2026-02-13T17:43:36Z</dcterms:created>
  <dcterms:modified xsi:type="dcterms:W3CDTF">2026-02-13T21:13:09Z</dcterms:modified>
</cp:coreProperties>
</file>